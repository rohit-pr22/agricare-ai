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CAPSTONE PROJECT</a:t>
            </a:r>
          </a:p>
          <a:p>
            <a:r>
              <a:t>AGRICARE AI: INTELLIGENT CROP DISEASE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[Student Name]</a:t>
            </a:r>
          </a:p>
          <a:p>
            <a:r>
              <a:t>[College Name]</a:t>
            </a:r>
          </a:p>
          <a:p>
            <a:r>
              <a:t>[Department]</a:t>
            </a:r>
          </a:p>
          <a:p>
            <a:r>
              <a:t>[AICTE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Proposed System/Solution</a:t>
            </a:r>
          </a:p>
          <a:p>
            <a:r>
              <a:t>System Development Approach</a:t>
            </a:r>
          </a:p>
          <a:p>
            <a:r>
              <a:t>Algorithm &amp; Deployment</a:t>
            </a:r>
          </a:p>
          <a:p>
            <a:r>
              <a:t>Result</a:t>
            </a:r>
          </a:p>
          <a:p>
            <a:r>
              <a:t>Conclusion</a:t>
            </a:r>
          </a:p>
          <a:p>
            <a:r>
              <a:t>Future Scope</a:t>
            </a:r>
          </a:p>
          <a:p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Farmers struggle to quickly and accurately identify crop diseases.</a:t>
            </a:r>
          </a:p>
          <a:p>
            <a:r>
              <a:t>Lack of access to agricultural experts leads to delayed treatment.</a:t>
            </a:r>
          </a:p>
          <a:p>
            <a:r>
              <a:t>Manual disease identification is time-consuming, expensive, and error-prone.</a:t>
            </a:r>
          </a:p>
          <a:p>
            <a:r>
              <a:t>This leads to significant crop yield and quality losses.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AgriCare AI: An intelligent web application for instant disease diagnosis.</a:t>
            </a:r>
          </a:p>
          <a:p>
            <a:r>
              <a:t>Farmers upload an image of a leaf.</a:t>
            </a:r>
          </a:p>
          <a:p>
            <a:r>
              <a:t>An AI model (CNN) analyzes the image and predicts the disease with a confidence score.</a:t>
            </a:r>
          </a:p>
          <a:p>
            <a:r>
              <a:t>The system instantly provides actionable treatment and prevention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Collection: PlantVillage dataset (&gt;50,000 images, 8 classes like Tomato Early Blight, Corn Rust, etc.)</a:t>
            </a:r>
          </a:p>
          <a:p>
            <a:r>
              <a:t>Data Preprocessing: Image resizing to 224x224, pixel normalization (0-1), and data augmentation (rotation, zoom, flipping).</a:t>
            </a:r>
          </a:p>
          <a:p>
            <a:r>
              <a:t>System Requirements: Python, HTML/CSS/JS frontend.</a:t>
            </a:r>
          </a:p>
          <a:p>
            <a:r>
              <a:t>Libraries Used: TensorFlow, Keras, OpenCV, Flask, NumPy.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Selection: Convolutional Neural Network (CNN) for effective pattern recognition and image classification.</a:t>
            </a:r>
          </a:p>
          <a:p>
            <a:r>
              <a:t>Architecture: Input Layer -&gt; Conv2D -&gt; MaxPooling -&gt; Flatten -&gt; Dense -&gt; Dropout -&gt; Output (Softmax).</a:t>
            </a:r>
          </a:p>
          <a:p>
            <a:r>
              <a:t>Training Process: 70% Train, 15% Val, 15% Test. Adam optimizer, Categorical Crossentropy loss.</a:t>
            </a:r>
          </a:p>
          <a:p>
            <a:r>
              <a:t>Deployment: Model exported as .h5 and served via a Flask web server, enabling accessible browser-based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accurate prediction of multiple crop diseases.</a:t>
            </a:r>
          </a:p>
          <a:p>
            <a:r>
              <a:t>Prediction Time: &lt; 3 seconds per image.</a:t>
            </a:r>
          </a:p>
          <a:p>
            <a:r>
              <a:t>Target Metrics: &gt;90% Accuracy, &gt;88% Precision and Recall.</a:t>
            </a:r>
          </a:p>
          <a:p>
            <a:r>
              <a:t>Provides an easy-to-use interface displaying confidence score and treatment plans.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AgriCare AI successfully provides an accessible tool for early crop disease detection.</a:t>
            </a:r>
          </a:p>
          <a:p>
            <a:r>
              <a:t>Directly aligns with UN SDG 2 (Zero Hunger) by preventing crop losses and improving productivity.</a:t>
            </a:r>
          </a:p>
          <a:p>
            <a:r>
              <a:t>Demonstrates the practical application of Computer Vision in agriculture.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of a mobile application (Android/iOS) for offline field use.</a:t>
            </a:r>
          </a:p>
          <a:p>
            <a:r>
              <a:t>Multi-language support and voice assistance for better farmer accessibility.</a:t>
            </a:r>
          </a:p>
          <a:p>
            <a:r>
              <a:t>Real-time camera detection feature.</a:t>
            </a:r>
          </a:p>
          <a:p>
            <a:r>
              <a:t>Integration with weather APIs for proactive disease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PlantVillage Dataset (Hughes, D., &amp; Salathe, M.)</a:t>
            </a:r>
          </a:p>
          <a:p>
            <a:r>
              <a:t>TensorFlow/Keras Documentation (https://www.tensorflow.org/)</a:t>
            </a:r>
          </a:p>
          <a:p>
            <a:r>
              <a:t>Flask Documentation (https://flask.palletsprojects.com/)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LINK / GITHUB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Link: [Insert GitHub Repository URL]</a:t>
            </a:r>
          </a:p>
          <a:p>
            <a:r>
              <a:t>Deployment: Local Flask Server (or replace with live URL if hosted)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